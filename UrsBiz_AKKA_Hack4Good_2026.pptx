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AKKA HACK4GOOD 2026 — COMMUNITY &amp; IMPACT TRACK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UrsBiz</a:t>
            </a:r>
          </a:p>
          <a:p>
            <a:pPr algn="ctr">
              <a:defRPr sz="2400" b="1">
                <a:solidFill>
                  <a:srgbClr val="2563EB"/>
                </a:solidFill>
              </a:defRPr>
            </a:pPr>
            <a:r>
              <a:t>The AI Business Intelligence Platform for MSMEs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br/>
            <a:r>
              <a:t>Transforming Small Businesses into Smart Businesses with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AKKA HACK4GOOD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Challenge Facing MSMEs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• Intuition-Based Decisions: </a:t>
            </a:r>
            <a:r>
              <a:rPr sz="1400">
                <a:solidFill>
                  <a:srgbClr val="94A3B8"/>
                </a:solidFill>
              </a:rPr>
              <a:t>92% of MSMEs make critical inventory and capital choices without data visibility.
</a:t>
            </a:r>
          </a:p>
          <a:p>
            <a:r>
              <a:rPr b="1" sz="1400">
                <a:solidFill>
                  <a:srgbClr val="FFFFFF"/>
                </a:solidFill>
              </a:rPr>
              <a:t>• No Affordable AI Advisors: </a:t>
            </a:r>
            <a:r>
              <a:rPr sz="1400">
                <a:solidFill>
                  <a:srgbClr val="94A3B8"/>
                </a:solidFill>
              </a:rPr>
              <a:t>Enterprise CFO tools cost $5,000+/mo; traditional CAs are manual and expensive.
</a:t>
            </a:r>
          </a:p>
          <a:p>
            <a:r>
              <a:rPr b="1" sz="1400">
                <a:solidFill>
                  <a:srgbClr val="FFFFFF"/>
                </a:solidFill>
              </a:rPr>
              <a:t>• Low Awareness of Govt Support: </a:t>
            </a:r>
            <a:r>
              <a:rPr sz="1400">
                <a:solidFill>
                  <a:srgbClr val="94A3B8"/>
                </a:solidFill>
              </a:rPr>
              <a:t>Over $100B in grants (PMEGP, CGTMSE, Mudra) go unclaimed yearly due to portal fragmentation.
</a:t>
            </a:r>
          </a:p>
          <a:p>
            <a:r>
              <a:rPr b="1" sz="1400">
                <a:solidFill>
                  <a:srgbClr val="FFFFFF"/>
                </a:solidFill>
              </a:rPr>
              <a:t>• Manual &amp; Fragmented Reporting: </a:t>
            </a:r>
            <a:r>
              <a:rPr sz="1400">
                <a:solidFill>
                  <a:srgbClr val="94A3B8"/>
                </a:solidFill>
              </a:rPr>
              <a:t>Owners waste 15+ hours weekly juggling spreadsheets and paper ledgers.
</a:t>
            </a:r>
          </a:p>
          <a:p>
            <a:r>
              <a:rPr b="1" sz="1400">
                <a:solidFill>
                  <a:srgbClr val="FFFFFF"/>
                </a:solidFill>
              </a:rPr>
              <a:t>• Limited Access to Analytics: </a:t>
            </a:r>
            <a:r>
              <a:rPr sz="1400">
                <a:solidFill>
                  <a:srgbClr val="94A3B8"/>
                </a:solidFill>
              </a:rPr>
              <a:t>Zero forward-looking 12-month revenue or working capital risk forecasts.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THE MSME GAP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India is home to 63+ Million MSMEs contributing 30% to national GDP.</a:t>
            </a:r>
            <a:br/>
            <a:br/>
            <a:r>
              <a:t>Yet, 70% fail within 3 years due to unmitigated cash flow and compliance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AKKA HACK4GOOD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Introducing UrsBiz — An Integrated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Business Digital Twin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Captures operational parameters, turnover, and ESG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Executive Dashboard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Real-time Business Health Score (0-100) &amp; radar breakdown.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Business Advisor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Priority briefings categorizing tasks into Critical, High, Medium, 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Scheme Discovery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Sub-50ms matching across 25+ central/state government subsidies.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49039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Predictive Analytics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Deterministic 3m / 6m / 12m growth trajectory projections.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749039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Executive Reports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1-Click audit-ready PDF &amp; CSV exports for banks and 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AKKA HACK4GOOD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That Delivers Actionable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Zero-Hallucination Deterministic Rules + Hybrid Vector RAG</a:t>
            </a:r>
          </a:p>
          <a:p>
            <a:r>
              <a:rPr b="1" sz="1400">
                <a:solidFill>
                  <a:srgbClr val="FFFFFF"/>
                </a:solidFill>
              </a:rPr>
              <a:t>
• Business Health Index (0-100): </a:t>
            </a:r>
            <a:r>
              <a:rPr sz="1400">
                <a:solidFill>
                  <a:srgbClr val="94A3B8"/>
                </a:solidFill>
              </a:rPr>
              <a:t>Evaluates 8 core dimensions (Financial, Operations, Sales, Compliance, Team, Digital, Market, Governance).</a:t>
            </a:r>
          </a:p>
          <a:p>
            <a:r>
              <a:rPr b="1" sz="1400">
                <a:solidFill>
                  <a:srgbClr val="FFFFFF"/>
                </a:solidFill>
              </a:rPr>
              <a:t>
• Zero Hallucination Guarantee: </a:t>
            </a:r>
            <a:r>
              <a:rPr sz="1400">
                <a:solidFill>
                  <a:srgbClr val="94A3B8"/>
                </a:solidFill>
              </a:rPr>
              <a:t>100% deterministic rule firings for compliance and subsidy eligibility precision.</a:t>
            </a:r>
          </a:p>
          <a:p>
            <a:r>
              <a:rPr b="1" sz="1400">
                <a:solidFill>
                  <a:srgbClr val="FFFFFF"/>
                </a:solidFill>
              </a:rPr>
              <a:t>
• Hybrid RAG Vector Search: </a:t>
            </a:r>
            <a:r>
              <a:rPr sz="1400">
                <a:solidFill>
                  <a:srgbClr val="94A3B8"/>
                </a:solidFill>
              </a:rPr>
              <a:t>Contextual query processing over official Ministry gazette documents (msme.gov.in).</a:t>
            </a:r>
          </a:p>
          <a:p>
            <a:r>
              <a:rPr b="1" sz="1400">
                <a:solidFill>
                  <a:srgbClr val="FFFFFF"/>
                </a:solidFill>
              </a:rPr>
              <a:t>
• Automated SWOT &amp; Risk Identification: </a:t>
            </a:r>
            <a:r>
              <a:rPr sz="1400">
                <a:solidFill>
                  <a:srgbClr val="94A3B8"/>
                </a:solidFill>
              </a:rPr>
              <a:t>Detects working capital bottlenecks before they cause operational failure.</a:t>
            </a:r>
          </a:p>
          <a:p>
            <a:r>
              <a:rPr b="1" sz="1400">
                <a:solidFill>
                  <a:srgbClr val="FFFFFF"/>
                </a:solidFill>
              </a:rPr>
              <a:t>
• Daily Executive Briefings: </a:t>
            </a:r>
            <a:r>
              <a:rPr sz="1400">
                <a:solidFill>
                  <a:srgbClr val="94A3B8"/>
                </a:solidFill>
              </a:rPr>
              <a:t>Surfaces the single highest-ROI action item for the business owner every morning.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AKKA HACK4GOOD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Creating Real Impact for MSMEs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KEY IMPACT AREAS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Data-Driven Choices: Replaces guesswork with empirical business health metrics.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Increased Digital Adoption: Simple 4-step wizard onboarded in under 2 minutes.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Easier Scheme Discovery: Unlocks government subsidies for tier-2/3 regional enterprises.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Reduced Manual Work: Saves 80% of time spent on monthly compliance and reporting.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UN SDG Alignment: Supports SDG 8 (Decent Work) &amp; SDG 9 (Industry &amp; Innovation).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TARGET USER PERSONAS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Small Manufacturers (Textile, Auto-Components, Metal)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Retail Businesses &amp; Wholesalers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Service Providers &amp; Logistics Operators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Women Entrepreneurs &amp; Self-Help Groups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Rural &amp; Semi-Urban MSMEs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First-Generation Tech &amp; Hardware Startups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AKKA HACK4GOOD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Built for Scale &amp; Enterprise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ARCHITECTURAL DATA FLOW &amp; STACK</a:t>
            </a:r>
          </a:p>
          <a:p>
            <a:r>
              <a:rPr b="1" sz="1400">
                <a:solidFill>
                  <a:srgbClr val="FFFFFF"/>
                </a:solidFill>
              </a:rPr>
              <a:t>
• Technology Stack: </a:t>
            </a:r>
            <a:r>
              <a:rPr sz="1400">
                <a:solidFill>
                  <a:srgbClr val="94A3B8"/>
                </a:solidFill>
              </a:rPr>
              <a:t>Next.js 15 (Turbopack, TypeScript) + FastAPI (Python 3.12, Pydantic v2, SQLAlchemy 2) + PostgreSQL + Redis.</a:t>
            </a:r>
          </a:p>
          <a:p>
            <a:r>
              <a:rPr b="1" sz="1400">
                <a:solidFill>
                  <a:srgbClr val="FFFFFF"/>
                </a:solidFill>
              </a:rPr>
              <a:t>
• Data Flow Pipeline: </a:t>
            </a:r>
            <a:r>
              <a:rPr sz="1400">
                <a:solidFill>
                  <a:srgbClr val="94A3B8"/>
                </a:solidFill>
              </a:rPr>
              <a:t>User (Next.js UI) ──► FastAPI Gateway ──► AI Business Engine ──► Analytics Engine ──► PostgreSQL DB.</a:t>
            </a:r>
          </a:p>
          <a:p>
            <a:r>
              <a:rPr b="1" sz="1400">
                <a:solidFill>
                  <a:srgbClr val="FFFFFF"/>
                </a:solidFill>
              </a:rPr>
              <a:t>
• Sub-50ms API Latency: </a:t>
            </a:r>
            <a:r>
              <a:rPr sz="1400">
                <a:solidFill>
                  <a:srgbClr val="94A3B8"/>
                </a:solidFill>
              </a:rPr>
              <a:t>Stateless FastAPI async workers handle 5,000+ RPS per container pod.</a:t>
            </a:r>
          </a:p>
          <a:p>
            <a:r>
              <a:rPr b="1" sz="1400">
                <a:solidFill>
                  <a:srgbClr val="FFFFFF"/>
                </a:solidFill>
              </a:rPr>
              <a:t>
• Enterprise Security: </a:t>
            </a:r>
            <a:r>
              <a:rPr sz="1400">
                <a:solidFill>
                  <a:srgbClr val="94A3B8"/>
                </a:solidFill>
              </a:rPr>
              <a:t>OAuth2 JWT Bearer tokens, CORS isolation, strict CSP headers, AES-256 field encryption.</a:t>
            </a:r>
          </a:p>
          <a:p>
            <a:r>
              <a:rPr b="1" sz="1400">
                <a:solidFill>
                  <a:srgbClr val="FFFFFF"/>
                </a:solidFill>
              </a:rPr>
              <a:t>
• Verified Quality: </a:t>
            </a:r>
            <a:r>
              <a:rPr sz="1400">
                <a:solidFill>
                  <a:srgbClr val="94A3B8"/>
                </a:solidFill>
              </a:rPr>
              <a:t>Zero TypeScript compile errors (npm run type-check = 0) &amp; 100% test pass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AKKA HACK4GOOD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UrsBiz Stands 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 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 Approach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UrsBiz Platform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Business Analysis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Manual, retrospective bookkeeping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Real-time AI-Powered Insights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Reporting &amp; Audits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Static paper / Excel reports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Interactive Dashboard &amp; 1-Click PDF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Scheme Discovery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Manual search across 40+ portals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Intelligent Scheme Discovery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Platform Tooling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</a:defRPr>
                      </a:pPr>
                      <a:r>
                        <a:t>Multiple disconnected tools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Single Integrated Operating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STRATEGIC ROADMAP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Today (MVP) ──► Govt GSTIN Integration ──► Predictive AI Growth ──► Multi-Language ──► National MSME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 b="1">
                <a:solidFill>
                  <a:srgbClr val="14B8A6"/>
                </a:solidFill>
              </a:defRPr>
            </a:pPr>
            <a:br/>
            <a:r>
              <a:t>Empowering Every MSME with AI-Driven Business Intelligence</a:t>
            </a:r>
          </a:p>
          <a:p>
            <a:pPr algn="ctr">
              <a:defRPr sz="2000" b="1">
                <a:solidFill>
                  <a:srgbClr val="2563EB"/>
                </a:solidFill>
              </a:defRPr>
            </a:pPr>
            <a:br/>
            <a:r>
              <a:t>Smarter Decisions. Stronger Businesses.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br/>
            <a:r>
              <a:t>Project: UrsBiz  |  AKKA Hack4Good 2026</a:t>
            </a:r>
            <a:br/>
            <a:r>
              <a:t>Contact: founders@ursbiz.com  |  http://localhost:3001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